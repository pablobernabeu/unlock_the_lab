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6500"/>
    <a:srgbClr val="FF6600"/>
    <a:srgbClr val="F66400"/>
    <a:srgbClr val="FBB01A"/>
    <a:srgbClr val="863600"/>
    <a:srgbClr val="D25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C7A348-01A0-4FE6-ACF7-ED25643C1BDF}" v="57" dt="2026-02-18T19:17:50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4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de Juan Bernabeu" userId="c2010ea5-995f-460d-8ec3-ab1cecfcbff4" providerId="ADAL" clId="{72FD2D7A-BC6E-40F6-A002-FFB6E1DDCAB2}"/>
    <pc:docChg chg="undo custSel addSld modSld">
      <pc:chgData name="Pablo de Juan Bernabeu" userId="c2010ea5-995f-460d-8ec3-ab1cecfcbff4" providerId="ADAL" clId="{72FD2D7A-BC6E-40F6-A002-FFB6E1DDCAB2}" dt="2026-02-18T19:17:50.897" v="122"/>
      <pc:docMkLst>
        <pc:docMk/>
      </pc:docMkLst>
      <pc:sldChg chg="addSp modSp mod">
        <pc:chgData name="Pablo de Juan Bernabeu" userId="c2010ea5-995f-460d-8ec3-ab1cecfcbff4" providerId="ADAL" clId="{72FD2D7A-BC6E-40F6-A002-FFB6E1DDCAB2}" dt="2026-02-18T16:50:00.206" v="114" actId="207"/>
        <pc:sldMkLst>
          <pc:docMk/>
          <pc:sldMk cId="2169475449" sldId="256"/>
        </pc:sldMkLst>
        <pc:spChg chg="mod">
          <ac:chgData name="Pablo de Juan Bernabeu" userId="c2010ea5-995f-460d-8ec3-ab1cecfcbff4" providerId="ADAL" clId="{72FD2D7A-BC6E-40F6-A002-FFB6E1DDCAB2}" dt="2026-02-18T16:50:00.206" v="114" actId="207"/>
          <ac:spMkLst>
            <pc:docMk/>
            <pc:sldMk cId="2169475449" sldId="256"/>
            <ac:spMk id="6" creationId="{D68033B5-7D59-B556-8519-E333E245E149}"/>
          </ac:spMkLst>
        </pc:spChg>
        <pc:picChg chg="mod">
          <ac:chgData name="Pablo de Juan Bernabeu" userId="c2010ea5-995f-460d-8ec3-ab1cecfcbff4" providerId="ADAL" clId="{72FD2D7A-BC6E-40F6-A002-FFB6E1DDCAB2}" dt="2026-02-18T16:48:52.870" v="77" actId="1035"/>
          <ac:picMkLst>
            <pc:docMk/>
            <pc:sldMk cId="2169475449" sldId="256"/>
            <ac:picMk id="5" creationId="{4F170592-D6C1-C8BE-87E6-697A13E0DFDE}"/>
          </ac:picMkLst>
        </pc:picChg>
        <pc:picChg chg="add mod">
          <ac:chgData name="Pablo de Juan Bernabeu" userId="c2010ea5-995f-460d-8ec3-ab1cecfcbff4" providerId="ADAL" clId="{72FD2D7A-BC6E-40F6-A002-FFB6E1DDCAB2}" dt="2026-02-18T16:48:52.870" v="77" actId="1035"/>
          <ac:picMkLst>
            <pc:docMk/>
            <pc:sldMk cId="2169475449" sldId="256"/>
            <ac:picMk id="7" creationId="{DDDEB329-31DB-303E-DBA7-4C16D1361B88}"/>
          </ac:picMkLst>
        </pc:picChg>
        <pc:picChg chg="add mod ord">
          <ac:chgData name="Pablo de Juan Bernabeu" userId="c2010ea5-995f-460d-8ec3-ab1cecfcbff4" providerId="ADAL" clId="{72FD2D7A-BC6E-40F6-A002-FFB6E1DDCAB2}" dt="2026-02-18T16:49:15.891" v="112" actId="1035"/>
          <ac:picMkLst>
            <pc:docMk/>
            <pc:sldMk cId="2169475449" sldId="256"/>
            <ac:picMk id="9" creationId="{97826D88-1EF7-307A-5170-2A575226C1E9}"/>
          </ac:picMkLst>
        </pc:picChg>
      </pc:sldChg>
      <pc:sldChg chg="add">
        <pc:chgData name="Pablo de Juan Bernabeu" userId="c2010ea5-995f-460d-8ec3-ab1cecfcbff4" providerId="ADAL" clId="{72FD2D7A-BC6E-40F6-A002-FFB6E1DDCAB2}" dt="2026-02-18T19:17:33.761" v="115"/>
        <pc:sldMkLst>
          <pc:docMk/>
          <pc:sldMk cId="3434291909" sldId="257"/>
        </pc:sldMkLst>
      </pc:sldChg>
      <pc:sldChg chg="add">
        <pc:chgData name="Pablo de Juan Bernabeu" userId="c2010ea5-995f-460d-8ec3-ab1cecfcbff4" providerId="ADAL" clId="{72FD2D7A-BC6E-40F6-A002-FFB6E1DDCAB2}" dt="2026-02-18T19:17:34.312" v="116"/>
        <pc:sldMkLst>
          <pc:docMk/>
          <pc:sldMk cId="213881027" sldId="258"/>
        </pc:sldMkLst>
      </pc:sldChg>
      <pc:sldChg chg="add">
        <pc:chgData name="Pablo de Juan Bernabeu" userId="c2010ea5-995f-460d-8ec3-ab1cecfcbff4" providerId="ADAL" clId="{72FD2D7A-BC6E-40F6-A002-FFB6E1DDCAB2}" dt="2026-02-18T19:17:34.594" v="117"/>
        <pc:sldMkLst>
          <pc:docMk/>
          <pc:sldMk cId="774741791" sldId="259"/>
        </pc:sldMkLst>
      </pc:sldChg>
      <pc:sldChg chg="add">
        <pc:chgData name="Pablo de Juan Bernabeu" userId="c2010ea5-995f-460d-8ec3-ab1cecfcbff4" providerId="ADAL" clId="{72FD2D7A-BC6E-40F6-A002-FFB6E1DDCAB2}" dt="2026-02-18T19:17:35.395" v="118"/>
        <pc:sldMkLst>
          <pc:docMk/>
          <pc:sldMk cId="1308366729" sldId="260"/>
        </pc:sldMkLst>
      </pc:sldChg>
      <pc:sldChg chg="add">
        <pc:chgData name="Pablo de Juan Bernabeu" userId="c2010ea5-995f-460d-8ec3-ab1cecfcbff4" providerId="ADAL" clId="{72FD2D7A-BC6E-40F6-A002-FFB6E1DDCAB2}" dt="2026-02-18T19:17:35.689" v="119"/>
        <pc:sldMkLst>
          <pc:docMk/>
          <pc:sldMk cId="561617626" sldId="261"/>
        </pc:sldMkLst>
      </pc:sldChg>
      <pc:sldChg chg="add">
        <pc:chgData name="Pablo de Juan Bernabeu" userId="c2010ea5-995f-460d-8ec3-ab1cecfcbff4" providerId="ADAL" clId="{72FD2D7A-BC6E-40F6-A002-FFB6E1DDCAB2}" dt="2026-02-18T19:17:50.375" v="120"/>
        <pc:sldMkLst>
          <pc:docMk/>
          <pc:sldMk cId="770128337" sldId="262"/>
        </pc:sldMkLst>
      </pc:sldChg>
      <pc:sldChg chg="add">
        <pc:chgData name="Pablo de Juan Bernabeu" userId="c2010ea5-995f-460d-8ec3-ab1cecfcbff4" providerId="ADAL" clId="{72FD2D7A-BC6E-40F6-A002-FFB6E1DDCAB2}" dt="2026-02-18T19:17:50.576" v="121"/>
        <pc:sldMkLst>
          <pc:docMk/>
          <pc:sldMk cId="595422367" sldId="263"/>
        </pc:sldMkLst>
      </pc:sldChg>
      <pc:sldChg chg="add">
        <pc:chgData name="Pablo de Juan Bernabeu" userId="c2010ea5-995f-460d-8ec3-ab1cecfcbff4" providerId="ADAL" clId="{72FD2D7A-BC6E-40F6-A002-FFB6E1DDCAB2}" dt="2026-02-18T19:17:50.897" v="122"/>
        <pc:sldMkLst>
          <pc:docMk/>
          <pc:sldMk cId="3277046180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5B9C0-46D4-40B4-9C3C-DF6E918E5D45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09B99-DB71-4E7F-956A-700DABDB24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611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5B9C0-46D4-40B4-9C3C-DF6E918E5D45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09B99-DB71-4E7F-956A-700DABDB24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9784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5B9C0-46D4-40B4-9C3C-DF6E918E5D45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09B99-DB71-4E7F-956A-700DABDB24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183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5B9C0-46D4-40B4-9C3C-DF6E918E5D45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09B99-DB71-4E7F-956A-700DABDB24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451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5B9C0-46D4-40B4-9C3C-DF6E918E5D45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09B99-DB71-4E7F-956A-700DABDB24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87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5B9C0-46D4-40B4-9C3C-DF6E918E5D45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09B99-DB71-4E7F-956A-700DABDB24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079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5B9C0-46D4-40B4-9C3C-DF6E918E5D45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09B99-DB71-4E7F-956A-700DABDB24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419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5B9C0-46D4-40B4-9C3C-DF6E918E5D45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09B99-DB71-4E7F-956A-700DABDB24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55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5B9C0-46D4-40B4-9C3C-DF6E918E5D45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09B99-DB71-4E7F-956A-700DABDB24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1270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5B9C0-46D4-40B4-9C3C-DF6E918E5D45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09B99-DB71-4E7F-956A-700DABDB24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961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5B9C0-46D4-40B4-9C3C-DF6E918E5D45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09B99-DB71-4E7F-956A-700DABDB24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906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85B9C0-46D4-40B4-9C3C-DF6E918E5D45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09B99-DB71-4E7F-956A-700DABDB24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02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7826D88-1EF7-307A-5170-2A575226C1E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DFDFB"/>
              </a:clrFrom>
              <a:clrTo>
                <a:srgbClr val="FDFD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4752">
            <a:off x="357750" y="8411490"/>
            <a:ext cx="1258893" cy="12588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8033B5-7D59-B556-8519-E333E245E149}"/>
              </a:ext>
            </a:extLst>
          </p:cNvPr>
          <p:cNvSpPr txBox="1"/>
          <p:nvPr/>
        </p:nvSpPr>
        <p:spPr>
          <a:xfrm>
            <a:off x="560695" y="910387"/>
            <a:ext cx="5736609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b="1" dirty="0">
                <a:solidFill>
                  <a:srgbClr val="F66400"/>
                </a:solidFill>
              </a:rPr>
              <a:t>Scan</a:t>
            </a:r>
            <a:r>
              <a:rPr lang="en-GB" sz="6600" dirty="0"/>
              <a:t> </a:t>
            </a:r>
            <a:r>
              <a:rPr lang="en-GB" sz="6600" dirty="0">
                <a:solidFill>
                  <a:srgbClr val="FA6500"/>
                </a:solidFill>
              </a:rPr>
              <a:t>the code</a:t>
            </a:r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r>
              <a:rPr lang="en-GB" sz="6600" dirty="0">
                <a:solidFill>
                  <a:srgbClr val="FBB01A"/>
                </a:solidFill>
              </a:rPr>
              <a:t>Unlock the </a:t>
            </a:r>
            <a:r>
              <a:rPr lang="en-GB" sz="6600" b="1" dirty="0">
                <a:solidFill>
                  <a:srgbClr val="FBB01A"/>
                </a:solidFill>
              </a:rPr>
              <a:t>Lab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170592-D6C1-C8BE-87E6-697A13E0DF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94" y="2128239"/>
            <a:ext cx="5736609" cy="5736609"/>
          </a:xfrm>
          <a:prstGeom prst="rect">
            <a:avLst/>
          </a:prstGeom>
        </p:spPr>
      </p:pic>
      <p:pic>
        <p:nvPicPr>
          <p:cNvPr id="7" name="Picture 2" descr="📸 Camera With Flash Emoji: Meaning &amp; Usage">
            <a:extLst>
              <a:ext uri="{FF2B5EF4-FFF2-40B4-BE49-F238E27FC236}">
                <a16:creationId xmlns:a16="http://schemas.microsoft.com/office/drawing/2014/main" id="{DDDEB329-31DB-303E-DBA7-4C16D1361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70600">
            <a:off x="673507" y="289749"/>
            <a:ext cx="673367" cy="6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947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1F573-628F-F398-0376-E8DAF3206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0520363-83DC-D0BB-0AE0-097ABF389A7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DFDFB"/>
              </a:clrFrom>
              <a:clrTo>
                <a:srgbClr val="FDFD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4752">
            <a:off x="357750" y="8411490"/>
            <a:ext cx="1258893" cy="12588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42183F-E88D-B622-7054-DFC005F3FB49}"/>
              </a:ext>
            </a:extLst>
          </p:cNvPr>
          <p:cNvSpPr txBox="1"/>
          <p:nvPr/>
        </p:nvSpPr>
        <p:spPr>
          <a:xfrm>
            <a:off x="560695" y="910387"/>
            <a:ext cx="5736609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b="1" dirty="0">
                <a:solidFill>
                  <a:srgbClr val="F66400"/>
                </a:solidFill>
              </a:rPr>
              <a:t>Scan</a:t>
            </a:r>
            <a:r>
              <a:rPr lang="en-GB" sz="6600" dirty="0"/>
              <a:t> </a:t>
            </a:r>
            <a:r>
              <a:rPr lang="en-GB" sz="6600" dirty="0">
                <a:solidFill>
                  <a:srgbClr val="FA6500"/>
                </a:solidFill>
              </a:rPr>
              <a:t>the code</a:t>
            </a:r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r>
              <a:rPr lang="en-GB" sz="6600" dirty="0">
                <a:solidFill>
                  <a:srgbClr val="FBB01A"/>
                </a:solidFill>
              </a:rPr>
              <a:t>Unlock the </a:t>
            </a:r>
            <a:r>
              <a:rPr lang="en-GB" sz="6600" b="1" dirty="0">
                <a:solidFill>
                  <a:srgbClr val="FBB01A"/>
                </a:solidFill>
              </a:rPr>
              <a:t>Lab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38C8C3-E027-C707-6BFA-67F58B8EDA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94" y="2128239"/>
            <a:ext cx="5736609" cy="5736609"/>
          </a:xfrm>
          <a:prstGeom prst="rect">
            <a:avLst/>
          </a:prstGeom>
        </p:spPr>
      </p:pic>
      <p:pic>
        <p:nvPicPr>
          <p:cNvPr id="7" name="Picture 2" descr="📸 Camera With Flash Emoji: Meaning &amp; Usage">
            <a:extLst>
              <a:ext uri="{FF2B5EF4-FFF2-40B4-BE49-F238E27FC236}">
                <a16:creationId xmlns:a16="http://schemas.microsoft.com/office/drawing/2014/main" id="{D0362006-202A-1B1E-01E0-142B78D94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70600">
            <a:off x="673507" y="289749"/>
            <a:ext cx="673367" cy="6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291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D11B7-39F2-34B3-894C-7BFFC5A22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757662-65DE-C757-6E75-58FE4CE69DC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DFDFB"/>
              </a:clrFrom>
              <a:clrTo>
                <a:srgbClr val="FDFD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4752">
            <a:off x="357750" y="8411490"/>
            <a:ext cx="1258893" cy="12588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787E35-8D4D-6F37-5F87-D33B160C1226}"/>
              </a:ext>
            </a:extLst>
          </p:cNvPr>
          <p:cNvSpPr txBox="1"/>
          <p:nvPr/>
        </p:nvSpPr>
        <p:spPr>
          <a:xfrm>
            <a:off x="560695" y="910387"/>
            <a:ext cx="5736609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b="1" dirty="0">
                <a:solidFill>
                  <a:srgbClr val="F66400"/>
                </a:solidFill>
              </a:rPr>
              <a:t>Scan</a:t>
            </a:r>
            <a:r>
              <a:rPr lang="en-GB" sz="6600" dirty="0"/>
              <a:t> </a:t>
            </a:r>
            <a:r>
              <a:rPr lang="en-GB" sz="6600" dirty="0">
                <a:solidFill>
                  <a:srgbClr val="FA6500"/>
                </a:solidFill>
              </a:rPr>
              <a:t>the code</a:t>
            </a:r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r>
              <a:rPr lang="en-GB" sz="6600" dirty="0">
                <a:solidFill>
                  <a:srgbClr val="FBB01A"/>
                </a:solidFill>
              </a:rPr>
              <a:t>Unlock the </a:t>
            </a:r>
            <a:r>
              <a:rPr lang="en-GB" sz="6600" b="1" dirty="0">
                <a:solidFill>
                  <a:srgbClr val="FBB01A"/>
                </a:solidFill>
              </a:rPr>
              <a:t>Lab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0C51E3-E039-CF3B-1001-FC0795358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94" y="2128239"/>
            <a:ext cx="5736609" cy="5736609"/>
          </a:xfrm>
          <a:prstGeom prst="rect">
            <a:avLst/>
          </a:prstGeom>
        </p:spPr>
      </p:pic>
      <p:pic>
        <p:nvPicPr>
          <p:cNvPr id="7" name="Picture 2" descr="📸 Camera With Flash Emoji: Meaning &amp; Usage">
            <a:extLst>
              <a:ext uri="{FF2B5EF4-FFF2-40B4-BE49-F238E27FC236}">
                <a16:creationId xmlns:a16="http://schemas.microsoft.com/office/drawing/2014/main" id="{9B84C29F-E3E3-C560-9B21-E6F8CD763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70600">
            <a:off x="673507" y="289749"/>
            <a:ext cx="673367" cy="6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881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1C0B0-9547-859F-CF78-F0AD5397E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A586D05-1926-DD36-9706-925200C1C07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DFDFB"/>
              </a:clrFrom>
              <a:clrTo>
                <a:srgbClr val="FDFD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4752">
            <a:off x="357750" y="8411490"/>
            <a:ext cx="1258893" cy="12588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2B955C-0D37-7BF4-973A-5A1D92B88862}"/>
              </a:ext>
            </a:extLst>
          </p:cNvPr>
          <p:cNvSpPr txBox="1"/>
          <p:nvPr/>
        </p:nvSpPr>
        <p:spPr>
          <a:xfrm>
            <a:off x="560695" y="910387"/>
            <a:ext cx="5736609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b="1" dirty="0">
                <a:solidFill>
                  <a:srgbClr val="F66400"/>
                </a:solidFill>
              </a:rPr>
              <a:t>Scan</a:t>
            </a:r>
            <a:r>
              <a:rPr lang="en-GB" sz="6600" dirty="0"/>
              <a:t> </a:t>
            </a:r>
            <a:r>
              <a:rPr lang="en-GB" sz="6600" dirty="0">
                <a:solidFill>
                  <a:srgbClr val="FA6500"/>
                </a:solidFill>
              </a:rPr>
              <a:t>the code</a:t>
            </a:r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r>
              <a:rPr lang="en-GB" sz="6600" dirty="0">
                <a:solidFill>
                  <a:srgbClr val="FBB01A"/>
                </a:solidFill>
              </a:rPr>
              <a:t>Unlock the </a:t>
            </a:r>
            <a:r>
              <a:rPr lang="en-GB" sz="6600" b="1" dirty="0">
                <a:solidFill>
                  <a:srgbClr val="FBB01A"/>
                </a:solidFill>
              </a:rPr>
              <a:t>Lab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8F6ABC-04CA-A523-88D7-BBC5BD043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94" y="2128239"/>
            <a:ext cx="5736609" cy="5736609"/>
          </a:xfrm>
          <a:prstGeom prst="rect">
            <a:avLst/>
          </a:prstGeom>
        </p:spPr>
      </p:pic>
      <p:pic>
        <p:nvPicPr>
          <p:cNvPr id="7" name="Picture 2" descr="📸 Camera With Flash Emoji: Meaning &amp; Usage">
            <a:extLst>
              <a:ext uri="{FF2B5EF4-FFF2-40B4-BE49-F238E27FC236}">
                <a16:creationId xmlns:a16="http://schemas.microsoft.com/office/drawing/2014/main" id="{CB36E1F3-A963-093B-A8D2-BEC8ABFE7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70600">
            <a:off x="673507" y="289749"/>
            <a:ext cx="673367" cy="6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4741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70F57-3AFD-5839-122E-ED9956651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656A854-0060-4DCF-BEBF-9FB6ACC5F5B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DFDFB"/>
              </a:clrFrom>
              <a:clrTo>
                <a:srgbClr val="FDFD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4752">
            <a:off x="357750" y="8411490"/>
            <a:ext cx="1258893" cy="12588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E029D2-D71B-8815-DA30-5B543562FC72}"/>
              </a:ext>
            </a:extLst>
          </p:cNvPr>
          <p:cNvSpPr txBox="1"/>
          <p:nvPr/>
        </p:nvSpPr>
        <p:spPr>
          <a:xfrm>
            <a:off x="560695" y="910387"/>
            <a:ext cx="5736609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b="1" dirty="0">
                <a:solidFill>
                  <a:srgbClr val="F66400"/>
                </a:solidFill>
              </a:rPr>
              <a:t>Scan</a:t>
            </a:r>
            <a:r>
              <a:rPr lang="en-GB" sz="6600" dirty="0"/>
              <a:t> </a:t>
            </a:r>
            <a:r>
              <a:rPr lang="en-GB" sz="6600" dirty="0">
                <a:solidFill>
                  <a:srgbClr val="FA6500"/>
                </a:solidFill>
              </a:rPr>
              <a:t>the code</a:t>
            </a:r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r>
              <a:rPr lang="en-GB" sz="6600" dirty="0">
                <a:solidFill>
                  <a:srgbClr val="FBB01A"/>
                </a:solidFill>
              </a:rPr>
              <a:t>Unlock the </a:t>
            </a:r>
            <a:r>
              <a:rPr lang="en-GB" sz="6600" b="1" dirty="0">
                <a:solidFill>
                  <a:srgbClr val="FBB01A"/>
                </a:solidFill>
              </a:rPr>
              <a:t>Lab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2AF64-A9A0-D491-C9EC-35FB414F3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94" y="2128239"/>
            <a:ext cx="5736609" cy="5736609"/>
          </a:xfrm>
          <a:prstGeom prst="rect">
            <a:avLst/>
          </a:prstGeom>
        </p:spPr>
      </p:pic>
      <p:pic>
        <p:nvPicPr>
          <p:cNvPr id="7" name="Picture 2" descr="📸 Camera With Flash Emoji: Meaning &amp; Usage">
            <a:extLst>
              <a:ext uri="{FF2B5EF4-FFF2-40B4-BE49-F238E27FC236}">
                <a16:creationId xmlns:a16="http://schemas.microsoft.com/office/drawing/2014/main" id="{A4BE63A5-67C5-E5DA-9613-AEB226F82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70600">
            <a:off x="673507" y="289749"/>
            <a:ext cx="673367" cy="6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8366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ADD7B-BE84-050C-8718-BF51924C4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959F1D7-F657-6801-DBAA-13E530A20D7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DFDFB"/>
              </a:clrFrom>
              <a:clrTo>
                <a:srgbClr val="FDFD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4752">
            <a:off x="357750" y="8411490"/>
            <a:ext cx="1258893" cy="12588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0F7D1A-4125-2447-C2F9-475240FA3FF3}"/>
              </a:ext>
            </a:extLst>
          </p:cNvPr>
          <p:cNvSpPr txBox="1"/>
          <p:nvPr/>
        </p:nvSpPr>
        <p:spPr>
          <a:xfrm>
            <a:off x="560695" y="910387"/>
            <a:ext cx="5736609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b="1" dirty="0">
                <a:solidFill>
                  <a:srgbClr val="F66400"/>
                </a:solidFill>
              </a:rPr>
              <a:t>Scan</a:t>
            </a:r>
            <a:r>
              <a:rPr lang="en-GB" sz="6600" dirty="0"/>
              <a:t> </a:t>
            </a:r>
            <a:r>
              <a:rPr lang="en-GB" sz="6600" dirty="0">
                <a:solidFill>
                  <a:srgbClr val="FA6500"/>
                </a:solidFill>
              </a:rPr>
              <a:t>the code</a:t>
            </a:r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r>
              <a:rPr lang="en-GB" sz="6600" dirty="0">
                <a:solidFill>
                  <a:srgbClr val="FBB01A"/>
                </a:solidFill>
              </a:rPr>
              <a:t>Unlock the </a:t>
            </a:r>
            <a:r>
              <a:rPr lang="en-GB" sz="6600" b="1" dirty="0">
                <a:solidFill>
                  <a:srgbClr val="FBB01A"/>
                </a:solidFill>
              </a:rPr>
              <a:t>Lab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0BB732-852E-2CF5-8847-AFA3CE6F54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94" y="2128239"/>
            <a:ext cx="5736609" cy="5736609"/>
          </a:xfrm>
          <a:prstGeom prst="rect">
            <a:avLst/>
          </a:prstGeom>
        </p:spPr>
      </p:pic>
      <p:pic>
        <p:nvPicPr>
          <p:cNvPr id="7" name="Picture 2" descr="📸 Camera With Flash Emoji: Meaning &amp; Usage">
            <a:extLst>
              <a:ext uri="{FF2B5EF4-FFF2-40B4-BE49-F238E27FC236}">
                <a16:creationId xmlns:a16="http://schemas.microsoft.com/office/drawing/2014/main" id="{4726F163-0687-FB1C-4B8B-72B8BE2ED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70600">
            <a:off x="673507" y="289749"/>
            <a:ext cx="673367" cy="6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617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6B80-E173-C157-C8FB-1CCF5E5D6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8997F2D-1C10-E078-5968-370CD58EE88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DFDFB"/>
              </a:clrFrom>
              <a:clrTo>
                <a:srgbClr val="FDFD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4752">
            <a:off x="357750" y="8411490"/>
            <a:ext cx="1258893" cy="12588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6E29A1-6744-44FC-FAB7-3FDB3144E41B}"/>
              </a:ext>
            </a:extLst>
          </p:cNvPr>
          <p:cNvSpPr txBox="1"/>
          <p:nvPr/>
        </p:nvSpPr>
        <p:spPr>
          <a:xfrm>
            <a:off x="560695" y="910387"/>
            <a:ext cx="5736609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b="1" dirty="0">
                <a:solidFill>
                  <a:srgbClr val="F66400"/>
                </a:solidFill>
              </a:rPr>
              <a:t>Scan</a:t>
            </a:r>
            <a:r>
              <a:rPr lang="en-GB" sz="6600" dirty="0"/>
              <a:t> </a:t>
            </a:r>
            <a:r>
              <a:rPr lang="en-GB" sz="6600" dirty="0">
                <a:solidFill>
                  <a:srgbClr val="FA6500"/>
                </a:solidFill>
              </a:rPr>
              <a:t>the code</a:t>
            </a:r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r>
              <a:rPr lang="en-GB" sz="6600" dirty="0">
                <a:solidFill>
                  <a:srgbClr val="FBB01A"/>
                </a:solidFill>
              </a:rPr>
              <a:t>Unlock the </a:t>
            </a:r>
            <a:r>
              <a:rPr lang="en-GB" sz="6600" b="1" dirty="0">
                <a:solidFill>
                  <a:srgbClr val="FBB01A"/>
                </a:solidFill>
              </a:rPr>
              <a:t>Lab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5DA852-B6E3-D165-F1C3-FC81E21AB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94" y="2128239"/>
            <a:ext cx="5736609" cy="5736609"/>
          </a:xfrm>
          <a:prstGeom prst="rect">
            <a:avLst/>
          </a:prstGeom>
        </p:spPr>
      </p:pic>
      <p:pic>
        <p:nvPicPr>
          <p:cNvPr id="7" name="Picture 2" descr="📸 Camera With Flash Emoji: Meaning &amp; Usage">
            <a:extLst>
              <a:ext uri="{FF2B5EF4-FFF2-40B4-BE49-F238E27FC236}">
                <a16:creationId xmlns:a16="http://schemas.microsoft.com/office/drawing/2014/main" id="{8A568CA8-EC92-901D-8B6B-C8A3CF425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70600">
            <a:off x="673507" y="289749"/>
            <a:ext cx="673367" cy="6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0128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94701-C471-32B1-1A28-D925AC338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B9ECED0-8FF8-3673-88B7-C0167E3E033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DFDFB"/>
              </a:clrFrom>
              <a:clrTo>
                <a:srgbClr val="FDFD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4752">
            <a:off x="357750" y="8411490"/>
            <a:ext cx="1258893" cy="12588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67F725-C91B-40E0-E6BD-520AAC9C8189}"/>
              </a:ext>
            </a:extLst>
          </p:cNvPr>
          <p:cNvSpPr txBox="1"/>
          <p:nvPr/>
        </p:nvSpPr>
        <p:spPr>
          <a:xfrm>
            <a:off x="560695" y="910387"/>
            <a:ext cx="5736609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b="1" dirty="0">
                <a:solidFill>
                  <a:srgbClr val="F66400"/>
                </a:solidFill>
              </a:rPr>
              <a:t>Scan</a:t>
            </a:r>
            <a:r>
              <a:rPr lang="en-GB" sz="6600" dirty="0"/>
              <a:t> </a:t>
            </a:r>
            <a:r>
              <a:rPr lang="en-GB" sz="6600" dirty="0">
                <a:solidFill>
                  <a:srgbClr val="FA6500"/>
                </a:solidFill>
              </a:rPr>
              <a:t>the code</a:t>
            </a:r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r>
              <a:rPr lang="en-GB" sz="6600" dirty="0">
                <a:solidFill>
                  <a:srgbClr val="FBB01A"/>
                </a:solidFill>
              </a:rPr>
              <a:t>Unlock the </a:t>
            </a:r>
            <a:r>
              <a:rPr lang="en-GB" sz="6600" b="1" dirty="0">
                <a:solidFill>
                  <a:srgbClr val="FBB01A"/>
                </a:solidFill>
              </a:rPr>
              <a:t>Lab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E402EF-18D6-1F3D-6417-B5EB188DDB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94" y="2128239"/>
            <a:ext cx="5736609" cy="5736609"/>
          </a:xfrm>
          <a:prstGeom prst="rect">
            <a:avLst/>
          </a:prstGeom>
        </p:spPr>
      </p:pic>
      <p:pic>
        <p:nvPicPr>
          <p:cNvPr id="7" name="Picture 2" descr="📸 Camera With Flash Emoji: Meaning &amp; Usage">
            <a:extLst>
              <a:ext uri="{FF2B5EF4-FFF2-40B4-BE49-F238E27FC236}">
                <a16:creationId xmlns:a16="http://schemas.microsoft.com/office/drawing/2014/main" id="{1706189C-26BE-43DF-88D6-38BBC5CD3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70600">
            <a:off x="673507" y="289749"/>
            <a:ext cx="673367" cy="6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422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8088A-6A54-82B1-2355-7641DD5CB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DEA15F9-FD7E-B756-8316-B3C8C9A66F4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DFDFB"/>
              </a:clrFrom>
              <a:clrTo>
                <a:srgbClr val="FDFD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4752">
            <a:off x="357750" y="8411490"/>
            <a:ext cx="1258893" cy="12588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1A9FE3-C854-A2DE-3460-B8D7E2BEA0DF}"/>
              </a:ext>
            </a:extLst>
          </p:cNvPr>
          <p:cNvSpPr txBox="1"/>
          <p:nvPr/>
        </p:nvSpPr>
        <p:spPr>
          <a:xfrm>
            <a:off x="560695" y="910387"/>
            <a:ext cx="5736609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b="1" dirty="0">
                <a:solidFill>
                  <a:srgbClr val="F66400"/>
                </a:solidFill>
              </a:rPr>
              <a:t>Scan</a:t>
            </a:r>
            <a:r>
              <a:rPr lang="en-GB" sz="6600" dirty="0"/>
              <a:t> </a:t>
            </a:r>
            <a:r>
              <a:rPr lang="en-GB" sz="6600" dirty="0">
                <a:solidFill>
                  <a:srgbClr val="FA6500"/>
                </a:solidFill>
              </a:rPr>
              <a:t>the code</a:t>
            </a:r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endParaRPr lang="en-GB" sz="6600" dirty="0"/>
          </a:p>
          <a:p>
            <a:pPr algn="ctr"/>
            <a:r>
              <a:rPr lang="en-GB" sz="6600" dirty="0">
                <a:solidFill>
                  <a:srgbClr val="FBB01A"/>
                </a:solidFill>
              </a:rPr>
              <a:t>Unlock the </a:t>
            </a:r>
            <a:r>
              <a:rPr lang="en-GB" sz="6600" b="1" dirty="0">
                <a:solidFill>
                  <a:srgbClr val="FBB01A"/>
                </a:solidFill>
              </a:rPr>
              <a:t>Lab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FA9E3-73C3-2019-8DB1-8414EA4C8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94" y="2128239"/>
            <a:ext cx="5736609" cy="5736609"/>
          </a:xfrm>
          <a:prstGeom prst="rect">
            <a:avLst/>
          </a:prstGeom>
        </p:spPr>
      </p:pic>
      <p:pic>
        <p:nvPicPr>
          <p:cNvPr id="7" name="Picture 2" descr="📸 Camera With Flash Emoji: Meaning &amp; Usage">
            <a:extLst>
              <a:ext uri="{FF2B5EF4-FFF2-40B4-BE49-F238E27FC236}">
                <a16:creationId xmlns:a16="http://schemas.microsoft.com/office/drawing/2014/main" id="{5E649536-FB4B-9AC3-1FFB-21C6FD331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70600">
            <a:off x="673507" y="289749"/>
            <a:ext cx="673367" cy="6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7046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54</Words>
  <Application>Microsoft Office PowerPoint</Application>
  <PresentationFormat>A4 Paper (210x297 mm)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de Juan Bernabeu</dc:creator>
  <cp:lastModifiedBy>Pablo de Juan Bernabeu</cp:lastModifiedBy>
  <cp:revision>1</cp:revision>
  <cp:lastPrinted>2026-02-18T19:16:40Z</cp:lastPrinted>
  <dcterms:created xsi:type="dcterms:W3CDTF">2026-02-18T16:38:21Z</dcterms:created>
  <dcterms:modified xsi:type="dcterms:W3CDTF">2026-02-18T19:17:54Z</dcterms:modified>
</cp:coreProperties>
</file>