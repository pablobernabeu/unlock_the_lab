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5C22-859C-0211-6772-E6542B6AD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19BD4-45B8-982C-9530-3D07BE27A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17CA4-706F-EFDC-1149-1F070C59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8972-D1F6-5733-394B-B63F6A73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7E144-2524-CA36-9F8D-C31062F0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33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0DAB-B6EF-E19E-1686-33D7BBD9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6B796-2E6D-2496-B361-116D5FDA8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BA74-18EA-1AAD-A9BE-D2BBB808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16169-C049-8914-F503-3FE9FFCE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5829-8B63-5019-9617-F3AEB8FA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3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0A32-D1F2-5F3A-7F10-7AD43F48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BA66E-7494-A7E9-9D57-3412F2BE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3A3C2-EA39-20F7-BB07-E62455F6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2B517-969A-B6DA-B3CB-7ECA47B5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28DF9-76A9-EF4D-165F-7E589284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43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3560E-37B8-1A10-F2DA-3AD23536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F071F-4A3F-C8AE-6859-CEDA5B8C9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31087-2E8E-825A-62A2-F91149AE9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3D3E9-F737-B438-6741-657AE367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B454A-B5E2-E103-13B2-D69F1ADE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D238A-9554-6779-B4FB-13577983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92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BB3B-6784-687B-5FEE-5A4066F0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CAA8-A308-8B94-CEEF-586AED2C9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40557-77CF-A296-C8C9-F3BA91962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8083-AFC7-C6BA-F30D-4B01A4B74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F253B-7DA8-A5D9-930D-3D2B1DFBB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A2040-35A7-2BA7-749E-10CC6E64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6737F-9152-A3F4-EEFA-82F813D3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24B73-8BAE-FA59-9814-5455B5E5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4D9E-4E59-5EB6-2746-DC5DF444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024D4-7CEB-D1C7-10A1-645B5B97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8AFD3-E24C-F3DC-7F1C-8714C768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14F40-C069-D627-CEF3-7BF554C8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255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CBE7D-1C1B-7D66-03AA-3B390244B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51DBD-AE60-CF6B-52F3-5C06471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B7CAA-E522-A7CF-5E7A-309A1982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92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F471-65E6-5D49-E382-26C8086D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B9C3-71AA-4BD9-D6FD-D42E66BC2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B79A5-3F0C-97F6-EEE6-61E4136BF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6392E-7E66-7DDE-07B0-AB7212B9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1DD7A-C5B2-3EE1-8AC6-7548FCAC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2F812-752C-0937-C33F-04D83591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5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DE46-10B4-742F-238F-5DF52201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BF4DB-67C1-6CB0-8C57-6F4510925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16C21-8A67-1066-E694-CAA100866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20B2A-D242-A2F8-D232-B363DE57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38079-CCC9-9D38-1DF9-7099146A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94089-9068-C52E-B0AF-DC06B3C5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95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A160-28F8-B9EC-D40E-D853534C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B4EE6-8329-00BA-722A-4B1BA445C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FD366-24B9-9EA7-6A04-F458AC45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88F2-B324-378A-611C-EA680102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2F1C-3F3D-B6B6-24FB-6C79DC96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28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E3722-B58A-975B-3945-1FD461D3A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45BF7-3CFB-4C04-2DAE-F28B27BE6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10682-31CC-94AB-B8DE-B61FCEC8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94CB7-C88C-5EBC-BEA2-1C57A07D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1B75A-896A-DB9A-48D4-3F806BD3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70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E1AFD-F5EC-7B05-4F6C-C83F355E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B0960-C951-0F2C-C953-648509A99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1A8E-6162-1BD8-B7EE-6932027ED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C6C7E-7B1E-4E7A-9A50-061D45FEFE30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953C-FBE1-AB65-0FC9-2777AC83B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28FEE-7ABB-42C6-7FF6-FF1F19CA7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19CF6-6A12-49AF-BDF2-F202A5DD7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78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6E98CC-23E9-6C84-48B8-4DF1B399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2"/>
          <a:stretch>
            <a:fillRect/>
          </a:stretch>
        </p:blipFill>
        <p:spPr>
          <a:xfrm>
            <a:off x="2242839" y="342899"/>
            <a:ext cx="7706321" cy="6105525"/>
          </a:xfrm>
          <a:prstGeom prst="rect">
            <a:avLst/>
          </a:prstGeom>
        </p:spPr>
      </p:pic>
      <p:pic>
        <p:nvPicPr>
          <p:cNvPr id="7" name="Picture 6" descr="A blue and yellow flask with a key&#10;&#10;AI-generated content may be incorrect.">
            <a:extLst>
              <a:ext uri="{FF2B5EF4-FFF2-40B4-BE49-F238E27FC236}">
                <a16:creationId xmlns:a16="http://schemas.microsoft.com/office/drawing/2014/main" id="{FB49E7D9-9A8C-692B-E70B-A547B4ED4F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saturation sat="4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1027">
            <a:off x="2958841" y="4176"/>
            <a:ext cx="6643296" cy="66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2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FB17D505FC94A8528F15083B8D2E3" ma:contentTypeVersion="15" ma:contentTypeDescription="Create a new document." ma:contentTypeScope="" ma:versionID="82c1c0dfc53c46a06fa75972eefa8c0d">
  <xsd:schema xmlns:xsd="http://www.w3.org/2001/XMLSchema" xmlns:xs="http://www.w3.org/2001/XMLSchema" xmlns:p="http://schemas.microsoft.com/office/2006/metadata/properties" xmlns:ns3="3f28adc3-2354-4985-a58b-81fa22cdfd53" xmlns:ns4="02c1dc04-3588-403a-b594-65cd9f93b60a" targetNamespace="http://schemas.microsoft.com/office/2006/metadata/properties" ma:root="true" ma:fieldsID="30e674a43e204d854befb5a5790dbe35" ns3:_="" ns4:_="">
    <xsd:import namespace="3f28adc3-2354-4985-a58b-81fa22cdfd53"/>
    <xsd:import namespace="02c1dc04-3588-403a-b594-65cd9f93b60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8adc3-2354-4985-a58b-81fa22cdf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1dc04-3588-403a-b594-65cd9f93b60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28adc3-2354-4985-a58b-81fa22cdfd53" xsi:nil="true"/>
  </documentManagement>
</p:properties>
</file>

<file path=customXml/itemProps1.xml><?xml version="1.0" encoding="utf-8"?>
<ds:datastoreItem xmlns:ds="http://schemas.openxmlformats.org/officeDocument/2006/customXml" ds:itemID="{5DC8D8DF-9154-4646-B4F7-5F49A6529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28adc3-2354-4985-a58b-81fa22cdfd53"/>
    <ds:schemaRef ds:uri="02c1dc04-3588-403a-b594-65cd9f93b6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E51DCF-E120-4F2B-B0D5-CB0A4EFF78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084FA5-47BD-4DE5-AF3D-B3333A7BB7DB}">
  <ds:schemaRefs>
    <ds:schemaRef ds:uri="http://schemas.microsoft.com/office/2006/documentManagement/types"/>
    <ds:schemaRef ds:uri="3f28adc3-2354-4985-a58b-81fa22cdfd53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02c1dc04-3588-403a-b594-65cd9f93b60a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de Juan Bernabeu</dc:creator>
  <cp:lastModifiedBy>Pablo Bernabeu</cp:lastModifiedBy>
  <cp:revision>1</cp:revision>
  <dcterms:created xsi:type="dcterms:W3CDTF">2025-12-08T15:29:52Z</dcterms:created>
  <dcterms:modified xsi:type="dcterms:W3CDTF">2025-12-08T15:35:59Z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0x0101002F3FB17D505FC94A8528F15083B8D2E3</vt:lpwstr>
  </property>
</Properties>
</file>